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826" y="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00DCDC"/>
                </a:solidFill>
                <a:latin typeface="Aptos"/>
              </a:defRPr>
            </a:pPr>
            <a:r>
              <a:t>PROJECT PRESENTATION • PROBLEM SOLVING THROUGH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686800" cy="1371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Aptos"/>
              </a:defRPr>
            </a:pPr>
            <a:r>
              <a:t>ADAPTIVE QUIZ</a:t>
            </a:r>
            <a:br/>
            <a:r>
              <a:t>&amp; EXAM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777240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000" b="0">
                <a:solidFill>
                  <a:srgbClr val="ADB8C7"/>
                </a:solidFill>
                <a:latin typeface="Aptos"/>
              </a:defRPr>
            </a:pPr>
            <a:r>
              <a:t>Personalized assessment powered by Java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94760"/>
            <a:ext cx="1572768" cy="658368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968496"/>
            <a:ext cx="1389888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300" b="1">
                <a:solidFill>
                  <a:srgbClr val="00DCDC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794760"/>
            <a:ext cx="1572768" cy="658368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3968496"/>
            <a:ext cx="1389888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300" b="1">
                <a:solidFill>
                  <a:srgbClr val="4178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3794760"/>
            <a:ext cx="1572768" cy="658368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19" y="3968496"/>
            <a:ext cx="1389888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300" b="1">
                <a:solidFill>
                  <a:srgbClr val="9E64FF"/>
                </a:solidFill>
                <a:latin typeface="Aptos"/>
              </a:defRPr>
            </a:pPr>
            <a:r>
              <a:t>ADAPT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3794760"/>
            <a:ext cx="1572768" cy="658368"/>
          </a:xfrm>
          <a:prstGeom prst="roundRect">
            <a:avLst/>
          </a:prstGeom>
          <a:solidFill>
            <a:srgbClr val="111723"/>
          </a:solidFill>
          <a:ln>
            <a:solidFill>
              <a:srgbClr val="28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39" y="3968496"/>
            <a:ext cx="1389888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300" b="1">
                <a:solidFill>
                  <a:srgbClr val="28CDA0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73152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"/>
              </a:defRPr>
            </a:pPr>
            <a:r>
              <a:t>Combining all six Course Outcomes into one practical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623560"/>
            <a:ext cx="7223760" cy="566928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760720"/>
            <a:ext cx="68580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F5F7FA"/>
                </a:solidFill>
                <a:latin typeface="Aptos"/>
              </a:defRPr>
            </a:pPr>
            <a:r>
              <a:t>Bhavya • 2620030582   |   Harshini • 2620080087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097280"/>
            <a:ext cx="2468880" cy="82296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1417319"/>
            <a:ext cx="2148840" cy="82296"/>
          </a:xfrm>
          <a:prstGeom prst="rect">
            <a:avLst/>
          </a:prstGeom>
          <a:solidFill>
            <a:srgbClr val="41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0" y="1737360"/>
            <a:ext cx="1828800" cy="82296"/>
          </a:xfrm>
          <a:prstGeom prst="rect">
            <a:avLst/>
          </a:prstGeom>
          <a:solidFill>
            <a:srgbClr val="9E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2743200"/>
            <a:ext cx="2560320" cy="10972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2100" b="1">
                <a:solidFill>
                  <a:srgbClr val="00DCDC"/>
                </a:solidFill>
                <a:latin typeface="Aptos"/>
              </a:defRPr>
            </a:pPr>
            <a:r>
              <a:t>SMART</a:t>
            </a:r>
            <a:br/>
            <a:r>
              <a:t>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01 | ABSTRACT &amp;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200" b="1">
                <a:solidFill>
                  <a:srgbClr val="00DCDC"/>
                </a:solidFill>
                <a:latin typeface="Aptos"/>
              </a:defRPr>
            </a:pPr>
            <a:r>
              <a:t>An exam engine that changes question difficulty using learner performance.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6712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6382512" cy="694944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Students take quizzes in practice or timed-exam mode.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80360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770632"/>
            <a:ext cx="6382512" cy="694944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Each answer updates the learner performance record.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9359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3483864"/>
            <a:ext cx="6382512" cy="694944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The engine selects a suitable next question.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06824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197096"/>
            <a:ext cx="6382512" cy="694944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700" b="0">
                <a:solidFill>
                  <a:srgbClr val="F5F7FA"/>
                </a:solidFill>
                <a:latin typeface="Aptos"/>
              </a:defRPr>
            </a:pPr>
            <a:r>
              <a:t>Instant feedback and reports guide further revision.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57400"/>
            <a:ext cx="3200400" cy="3017520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2651760" cy="365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500" b="1">
                <a:solidFill>
                  <a:srgbClr val="9E64FF"/>
                </a:solidFill>
                <a:latin typeface="Aptos"/>
              </a:defRPr>
            </a:pPr>
            <a:r>
              <a:t>CORE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907792"/>
            <a:ext cx="2468880" cy="320040"/>
          </a:xfrm>
          <a:prstGeom prst="roundRect">
            <a:avLst/>
          </a:prstGeom>
          <a:solidFill>
            <a:srgbClr val="181E2C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953512"/>
            <a:ext cx="22860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100" b="1">
                <a:solidFill>
                  <a:srgbClr val="00DCDC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346704"/>
            <a:ext cx="2468880" cy="320040"/>
          </a:xfrm>
          <a:prstGeom prst="roundRect">
            <a:avLst/>
          </a:prstGeom>
          <a:solidFill>
            <a:srgbClr val="181E2C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3392424"/>
            <a:ext cx="22860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100" b="1">
                <a:solidFill>
                  <a:srgbClr val="4178FF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785616"/>
            <a:ext cx="2468880" cy="320040"/>
          </a:xfrm>
          <a:prstGeom prst="roundRect">
            <a:avLst/>
          </a:prstGeom>
          <a:solidFill>
            <a:srgbClr val="181E2C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831335"/>
            <a:ext cx="22860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100" b="1">
                <a:solidFill>
                  <a:srgbClr val="9E64FF"/>
                </a:solidFill>
                <a:latin typeface="Aptos"/>
              </a:defRPr>
            </a:pPr>
            <a:r>
              <a:t>ADAPT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4224528"/>
            <a:ext cx="2468880" cy="320040"/>
          </a:xfrm>
          <a:prstGeom prst="roundRect">
            <a:avLst/>
          </a:prstGeom>
          <a:solidFill>
            <a:srgbClr val="181E2C"/>
          </a:solidFill>
          <a:ln>
            <a:solidFill>
              <a:srgbClr val="28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4270248"/>
            <a:ext cx="22860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100" b="1">
                <a:solidFill>
                  <a:srgbClr val="28CDA0"/>
                </a:solidFill>
                <a:latin typeface="Aptos"/>
              </a:defRPr>
            </a:pPr>
            <a:r>
              <a:t>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02 | 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074920" cy="434340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389120" cy="365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00DCD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39572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2286000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Fixed quizzes give every learner the same level.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05409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2944368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One final score may hide topic weaknesses.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712463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52728" y="3602736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Delayed feedback can slow improvement.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37083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52728" y="4261104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Difficulty may not match learner readiness.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71600"/>
            <a:ext cx="5074920" cy="4343400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1691640"/>
            <a:ext cx="4389120" cy="365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4178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9" name="Oval 18"/>
          <p:cNvSpPr/>
          <p:nvPr/>
        </p:nvSpPr>
        <p:spPr>
          <a:xfrm>
            <a:off x="6537959" y="239572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39127" y="2286000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Adjust difficulty using answer history.</a:t>
            </a:r>
          </a:p>
        </p:txBody>
      </p:sp>
      <p:sp>
        <p:nvSpPr>
          <p:cNvPr id="21" name="Oval 20"/>
          <p:cNvSpPr/>
          <p:nvPr/>
        </p:nvSpPr>
        <p:spPr>
          <a:xfrm>
            <a:off x="6537959" y="305409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39127" y="2944368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Track accuracy, attempts, and response time.</a:t>
            </a:r>
          </a:p>
        </p:txBody>
      </p:sp>
      <p:sp>
        <p:nvSpPr>
          <p:cNvPr id="23" name="Oval 22"/>
          <p:cNvSpPr/>
          <p:nvPr/>
        </p:nvSpPr>
        <p:spPr>
          <a:xfrm>
            <a:off x="6537959" y="3712463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39127" y="3602736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Give immediate feedback and explanations.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59" y="437083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7" y="4261104"/>
            <a:ext cx="418795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Generate scores and topic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03 | CO1 — ALGORITHM, TYPES &amp; CONSOLE I/O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000" b="1">
                <a:solidFill>
                  <a:srgbClr val="F5F7FA"/>
                </a:solidFill>
                <a:latin typeface="Aptos"/>
              </a:defRPr>
            </a:pPr>
            <a:r>
              <a:t>Turn “check a quiz answer” into clear program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5074920" cy="356616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1">
                <a:solidFill>
                  <a:srgbClr val="00DCDC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94436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2834640"/>
            <a:ext cx="4187952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Read the selected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51129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3401568"/>
            <a:ext cx="4187952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Compare it with the correct answer.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4078224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3968496"/>
            <a:ext cx="4187952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Update score and learner record.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464515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52728" y="4535424"/>
            <a:ext cx="4187952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Display feedback and continue.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074920" cy="3566160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1">
                <a:solidFill>
                  <a:srgbClr val="4178FF"/>
                </a:solidFill>
                <a:latin typeface="Aptos"/>
              </a:defRPr>
            </a:pPr>
            <a:r>
              <a:t>JAVA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4434840" cy="23774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Consolas"/>
              </a:defRPr>
            </a:pPr>
            <a:r>
              <a:t>Scanner sc = new Scanner(System.in);</a:t>
            </a:r>
            <a:br/>
            <a:r>
              <a:t>System.out.print("Answer: ");</a:t>
            </a:r>
            <a:br/>
            <a:r>
              <a:t>String answer = sc.nextLine();</a:t>
            </a:r>
            <a:br/>
            <a:r>
              <a:t>boolean correct = answer.equalsIgnoreCase("B");</a:t>
            </a:r>
            <a:br/>
            <a:r>
              <a:t>int points = correct ? 1 : 0;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74920"/>
            <a:ext cx="438912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100" b="0">
                <a:solidFill>
                  <a:srgbClr val="ADB8C7"/>
                </a:solidFill>
                <a:latin typeface="Aptos"/>
              </a:defRPr>
            </a:pPr>
            <a:r>
              <a:t>Uses String, boolean, int, expressions and console I/O.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04 | CO2 — SELECTION &amp; ITERATION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000" b="1">
                <a:solidFill>
                  <a:srgbClr val="F5F7FA"/>
                </a:solidFill>
                <a:latin typeface="Aptos"/>
              </a:defRPr>
            </a:pPr>
            <a:r>
              <a:t>Control flow decides what happens next and when a quiz 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74720" cy="352044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1">
                <a:solidFill>
                  <a:srgbClr val="00DCDC"/>
                </a:solidFill>
                <a:latin typeface="Aptos"/>
              </a:defRPr>
            </a:pPr>
            <a:r>
              <a:t>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88920"/>
            <a:ext cx="301752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300" b="0">
                <a:solidFill>
                  <a:srgbClr val="ADB8C7"/>
                </a:solidFill>
                <a:latin typeface="Aptos"/>
              </a:defRPr>
            </a:pPr>
            <a:r>
              <a:t>Choose next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83280"/>
            <a:ext cx="3063240" cy="18288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Consolas"/>
              </a:defRPr>
            </a:pPr>
            <a:r>
              <a:t>if (correct) {</a:t>
            </a:r>
            <a:br/>
            <a:r>
              <a:t>  level++;</a:t>
            </a:r>
            <a:br/>
            <a:r>
              <a:t>} else {</a:t>
            </a:r>
            <a:br/>
            <a:r>
              <a:t>  level = Math.max(1, level - 1);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57400"/>
            <a:ext cx="3474720" cy="3520440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35915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1">
                <a:solidFill>
                  <a:srgbClr val="4178FF"/>
                </a:solidFill>
                <a:latin typeface="Aptos"/>
              </a:defRPr>
            </a:pPr>
            <a:r>
              <a:t>ITERATION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88920"/>
            <a:ext cx="301752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300" b="0">
                <a:solidFill>
                  <a:srgbClr val="ADB8C7"/>
                </a:solidFill>
                <a:latin typeface="Aptos"/>
              </a:defRPr>
            </a:pPr>
            <a:r>
              <a:t>Repeat while questions remain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383280"/>
            <a:ext cx="3063240" cy="18288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Consolas"/>
              </a:defRPr>
            </a:pPr>
            <a:r>
              <a:t>while (remaining &gt; 0) {</a:t>
            </a:r>
            <a:br/>
            <a:r>
              <a:t>  askQuestion();</a:t>
            </a:r>
            <a:br/>
            <a:r>
              <a:t>  remaining--;</a:t>
            </a:r>
            <a:br/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57400"/>
            <a:ext cx="3474720" cy="3520440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2359152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1">
                <a:solidFill>
                  <a:srgbClr val="9E64FF"/>
                </a:solidFill>
                <a:latin typeface="Aptos"/>
              </a:defRPr>
            </a:pPr>
            <a:r>
              <a:t>TERMINATION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788920"/>
            <a:ext cx="301752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300" b="0">
                <a:solidFill>
                  <a:srgbClr val="ADB8C7"/>
                </a:solidFill>
                <a:latin typeface="Aptos"/>
              </a:defRPr>
            </a:pPr>
            <a:r>
              <a:t>Stop at a clear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383280"/>
            <a:ext cx="3063240" cy="18288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Consolas"/>
              </a:defRPr>
            </a:pPr>
            <a:r>
              <a:t>if (timeUp || remaining == 0) {</a:t>
            </a:r>
            <a:br/>
            <a:r>
              <a:t>  showResults();</a:t>
            </a:r>
            <a:br/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33272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300" b="0">
                <a:solidFill>
                  <a:srgbClr val="ADB8C7"/>
                </a:solidFill>
                <a:latin typeface="Aptos"/>
              </a:defRPr>
            </a:pPr>
            <a:r>
              <a:t>A bounded question count or timer prevents an endless assessment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05 | CO3 — METHODS, RECURSION &amp; ARRAYS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74720" cy="434340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00DCDC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39572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getNextQuestion()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5409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2944368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evaluateAnswer()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712463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602736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calculateScore()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37083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4261104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Reusable, testable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417320"/>
            <a:ext cx="3474720" cy="4343400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737360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4178FF"/>
                </a:solidFill>
                <a:latin typeface="Aptos"/>
              </a:defRPr>
            </a:pPr>
            <a:r>
              <a:t>ARRAYS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239572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7" y="2286000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Question[] stores questions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05409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7" y="2944368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int[][] tracks topic results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712463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7" y="3602736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Traversal finds weak topics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437083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4607" y="4261104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Loops process the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417320"/>
            <a:ext cx="3474720" cy="4343400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1737360"/>
            <a:ext cx="283464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9E64FF"/>
                </a:solidFill>
                <a:latin typeface="Aptos"/>
              </a:defRPr>
            </a:pPr>
            <a:r>
              <a:t>RECURSION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239572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22208" y="2286000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Can model step-by-step practice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305409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22208" y="2944368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Base case stops further calls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3712463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3602736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Iteration is often simpler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437083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4261104"/>
            <a:ext cx="263347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Choose based on the 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989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200" b="0">
                <a:solidFill>
                  <a:srgbClr val="ADB8C7"/>
                </a:solidFill>
                <a:latin typeface="Aptos"/>
              </a:defRPr>
            </a:pPr>
            <a:r>
              <a:t>Patterns: traverse • count • sum • compare • find maximum/minimum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06 | CO4 — OOP &amp; EXCEPTION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074920" cy="438912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00DCDC"/>
                </a:solidFill>
                <a:latin typeface="Aptos"/>
              </a:defRPr>
            </a:pPr>
            <a:r>
              <a:t>MODEL THE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389120" cy="26517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300" b="0">
                <a:solidFill>
                  <a:srgbClr val="F5F7FA"/>
                </a:solidFill>
                <a:latin typeface="Consolas"/>
              </a:defRPr>
            </a:pPr>
            <a:r>
              <a:t>class Question {</a:t>
            </a:r>
            <a:br/>
            <a:r>
              <a:t>  private String prompt;</a:t>
            </a:r>
            <a:br/>
            <a:r>
              <a:t>  private String[] options;</a:t>
            </a:r>
            <a:br/>
            <a:r>
              <a:t>  private int correctIndex;</a:t>
            </a:r>
            <a:br/>
            <a:r>
              <a:t>}</a:t>
            </a:r>
            <a:br/>
            <a:br/>
            <a:r>
              <a:t>class QuizAttempt {</a:t>
            </a:r>
            <a:br/>
            <a:r>
              <a:t>  private int score;</a:t>
            </a:r>
            <a:br/>
            <a:r>
              <a:t>  private int level;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074920" cy="4389120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9E64FF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235000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9128" y="2240280"/>
            <a:ext cx="4187952" cy="66751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Encapsulation protects score and answer data.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303580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2926080"/>
            <a:ext cx="4187952" cy="66751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Question, Student and QuizAttempt have clear roles.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372160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9128" y="3611880"/>
            <a:ext cx="4187952" cy="66751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try/catch handles invalid input or file errors.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440740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4297680"/>
            <a:ext cx="4187952" cy="66751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Validate answer ranges and empty submissions.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166360"/>
            <a:ext cx="438912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ADB8C7"/>
                </a:solidFill>
                <a:latin typeface="Aptos"/>
              </a:defRPr>
            </a:pPr>
            <a:r>
              <a:t>Goal: fail safely and show helpful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07 | CO5 — STRINGS, SEARCH, SORT &amp;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87000" cy="91440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691639"/>
            <a:ext cx="256032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1">
                <a:solidFill>
                  <a:srgbClr val="00DCDC"/>
                </a:solidFill>
                <a:latin typeface="Aptos"/>
              </a:defRPr>
            </a:pPr>
            <a:r>
              <a:t>TEXT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36776"/>
            <a:ext cx="704088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Use String to compare answers; StringBuilder to assemble feedback or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70632"/>
            <a:ext cx="10287000" cy="914400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953512"/>
            <a:ext cx="256032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1">
                <a:solidFill>
                  <a:srgbClr val="4178FF"/>
                </a:solidFill>
                <a:latin typeface="Aptos"/>
              </a:defRPr>
            </a:pPr>
            <a:r>
              <a:t>SEARCH &amp;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98648"/>
            <a:ext cx="704088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Search questions by topic/difficulty; sort results or score summaries.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32504"/>
            <a:ext cx="10287000" cy="914400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4215384"/>
            <a:ext cx="256032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1">
                <a:solidFill>
                  <a:srgbClr val="9E64FF"/>
                </a:solidFill>
                <a:latin typeface="Aptos"/>
              </a:defRPr>
            </a:pPr>
            <a:r>
              <a:t>FILE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160520"/>
            <a:ext cx="704088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Load questions from a file and save attempts/results for later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287000" cy="685800"/>
          </a:xfrm>
          <a:prstGeom prst="roundRect">
            <a:avLst/>
          </a:prstGeom>
          <a:solidFill>
            <a:srgbClr val="111723"/>
          </a:solidFill>
          <a:ln>
            <a:solidFill>
              <a:srgbClr val="28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632704"/>
            <a:ext cx="97840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400" b="1">
                <a:solidFill>
                  <a:srgbClr val="28CDA0"/>
                </a:solidFill>
                <a:latin typeface="Aptos"/>
              </a:defRPr>
            </a:pPr>
            <a:r>
              <a:t>Load questions → search/filter → run quiz → save score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47548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ptos"/>
              </a:defRPr>
            </a:pPr>
            <a:r>
              <a:t>08 | CO6 — COLLECTIONS, LAMBDAS &amp; STREAMS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51560" cy="50292"/>
          </a:xfrm>
          <a:prstGeom prst="rect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4240" y="338328"/>
            <a:ext cx="457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1000" b="1">
                <a:solidFill>
                  <a:srgbClr val="ADB8C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CO1–CO6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4983480" cy="4434840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438912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00DCDC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304288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52728" y="2194560"/>
            <a:ext cx="409651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List&lt;Question&gt;: flexible question bank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962656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2852928"/>
            <a:ext cx="409651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Map&lt;String, Integer&gt;: topic scores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621024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52728" y="3511296"/>
            <a:ext cx="409651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Set&lt;String&gt;: unique topics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279392"/>
            <a:ext cx="77724" cy="77724"/>
          </a:xfrm>
          <a:prstGeom prst="ellipse">
            <a:avLst/>
          </a:prstGeom>
          <a:solidFill>
            <a:srgbClr val="0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52728" y="4169664"/>
            <a:ext cx="4096512" cy="6400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500" b="0">
                <a:solidFill>
                  <a:srgbClr val="F5F7FA"/>
                </a:solidFill>
                <a:latin typeface="Aptos"/>
              </a:defRPr>
            </a:pPr>
            <a:r>
              <a:t>Lambda rules select and rank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5166360" cy="4434840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448056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600" b="1">
                <a:solidFill>
                  <a:srgbClr val="9E64FF"/>
                </a:solidFill>
                <a:latin typeface="Aptos"/>
              </a:defRPr>
            </a:pPr>
            <a:r>
              <a:t>STREAM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526280" cy="23317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Consolas"/>
              </a:defRPr>
            </a:pPr>
            <a:r>
              <a:t>questions.stream()</a:t>
            </a:r>
            <a:br/>
            <a:r>
              <a:t>  .filter(q -&gt; q.getLevel() == level)</a:t>
            </a:r>
            <a:br/>
            <a:r>
              <a:t>  .filter(q -&gt; !askedIds.contains(q.getId()))</a:t>
            </a:r>
            <a:br/>
            <a:r>
              <a:t>  .limit(1)</a:t>
            </a:r>
            <a:br/>
            <a:r>
              <a:t>  .toList();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00600"/>
            <a:ext cx="4526280" cy="5943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ADB8C7"/>
                </a:solidFill>
                <a:latin typeface="Aptos"/>
              </a:defRPr>
            </a:pPr>
            <a:r>
              <a:t>Declarative filtering selects an eligible next question.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2412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200" b="0">
                <a:solidFill>
                  <a:srgbClr val="ADB8C7"/>
                </a:solidFill>
                <a:latin typeface="Aptos"/>
              </a:defRPr>
            </a:pPr>
            <a:r>
              <a:t>Collections store data; streams filter it; adaptive rules choose the next item.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300" b="1">
                <a:solidFill>
                  <a:srgbClr val="00DCDC"/>
                </a:solidFill>
                <a:latin typeface="Aptos"/>
              </a:defRPr>
            </a:pPr>
            <a:r>
              <a:t>09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601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3100" b="1">
                <a:solidFill>
                  <a:srgbClr val="F5F7FA"/>
                </a:solidFill>
                <a:latin typeface="Aptos"/>
              </a:defRPr>
            </a:pPr>
            <a:r>
              <a:t>One project. Six Course Outcomes.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423160"/>
            <a:ext cx="5074920" cy="530352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3" y="2551176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00DCDC"/>
                </a:solidFill>
                <a:latin typeface="Aptos"/>
              </a:defRPr>
            </a:pPr>
            <a:r>
              <a:t>CO1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3977639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Input, variables, expressions and 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423160"/>
            <a:ext cx="5074920" cy="530352"/>
          </a:xfrm>
          <a:prstGeom prst="roundRect">
            <a:avLst/>
          </a:prstGeom>
          <a:solidFill>
            <a:srgbClr val="111723"/>
          </a:solidFill>
          <a:ln>
            <a:solidFill>
              <a:srgbClr val="41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1384" y="2551176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4178FF"/>
                </a:solidFill>
                <a:latin typeface="Aptos"/>
              </a:defRPr>
            </a:pPr>
            <a:r>
              <a:t>CO2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532888"/>
            <a:ext cx="3977639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Decisions, loops and termination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54680"/>
            <a:ext cx="5074920" cy="530352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3" y="3282696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9E64FF"/>
                </a:solidFill>
                <a:latin typeface="Aptos"/>
              </a:defRPr>
            </a:pPr>
            <a:r>
              <a:t>CO3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64408"/>
            <a:ext cx="3977639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rPr dirty="0"/>
              <a:t>Methods, recursion and arrays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54680"/>
            <a:ext cx="5074920" cy="530352"/>
          </a:xfrm>
          <a:prstGeom prst="roundRect">
            <a:avLst/>
          </a:prstGeom>
          <a:solidFill>
            <a:srgbClr val="111723"/>
          </a:solidFill>
          <a:ln>
            <a:solidFill>
              <a:srgbClr val="28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3282696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28CDA0"/>
                </a:solidFill>
                <a:latin typeface="Aptos"/>
              </a:defRPr>
            </a:pPr>
            <a:r>
              <a:t>CO4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64408"/>
            <a:ext cx="3977639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Objects, encapsulation and exceptions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86200"/>
            <a:ext cx="5074920" cy="530352"/>
          </a:xfrm>
          <a:prstGeom prst="roundRect">
            <a:avLst/>
          </a:prstGeom>
          <a:solidFill>
            <a:srgbClr val="111723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3" y="4014215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FFAE42"/>
                </a:solidFill>
                <a:latin typeface="Aptos"/>
              </a:defRPr>
            </a:pPr>
            <a:r>
              <a:t>CO5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95928"/>
            <a:ext cx="3977639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Text processing, algorithms and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86200"/>
            <a:ext cx="5074920" cy="530352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4014215"/>
            <a:ext cx="64008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1">
                <a:solidFill>
                  <a:srgbClr val="00DCDC"/>
                </a:solidFill>
                <a:latin typeface="Aptos"/>
              </a:defRPr>
            </a:pPr>
            <a:r>
              <a:t>CO6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95928"/>
            <a:ext cx="3977639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200" b="0">
                <a:solidFill>
                  <a:srgbClr val="F5F7FA"/>
                </a:solidFill>
                <a:latin typeface="Aptos"/>
              </a:defRPr>
            </a:pPr>
            <a:r>
              <a:t>Collections, lambdas and stream pipelines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83480"/>
            <a:ext cx="7406640" cy="713232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193792"/>
            <a:ext cx="694944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89320"/>
            <a:ext cx="731520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1100" b="1">
                <a:solidFill>
                  <a:srgbClr val="ADB8C7"/>
                </a:solidFill>
                <a:latin typeface="Aptos"/>
              </a:defRPr>
            </a:pPr>
            <a:r>
              <a:t>Bhavya — 2620030582   |   Harshini — 2620080087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55080"/>
            <a:ext cx="7315200" cy="1828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800" b="1">
                <a:solidFill>
                  <a:srgbClr val="ADB8C7"/>
                </a:solidFill>
                <a:latin typeface="Aptos"/>
              </a:defRPr>
            </a:pPr>
            <a:r>
              <a:t>ADAPTIVE QUIZ &amp; EXAM ENGINE • PROBLEM SOLVING THROUGH JAVA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D3FEE-4199-EFD5-89C2-00F02260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B98F36-7FC1-9EF6-16D1-64F92F58D618}"/>
              </a:ext>
            </a:extLst>
          </p:cNvPr>
          <p:cNvSpPr txBox="1"/>
          <p:nvPr/>
        </p:nvSpPr>
        <p:spPr>
          <a:xfrm>
            <a:off x="585876" y="378903"/>
            <a:ext cx="10058400" cy="532453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defRPr sz="3100" b="1">
                <a:solidFill>
                  <a:srgbClr val="F5F7FA"/>
                </a:solidFill>
                <a:latin typeface="Aptos"/>
              </a:defRPr>
            </a:pPr>
            <a:r>
              <a:rPr lang="en-US" dirty="0"/>
              <a:t>Geo Tag Photo &amp; GitHub Link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6348DB-A9AC-F4C2-46DF-62745D56D058}"/>
              </a:ext>
            </a:extLst>
          </p:cNvPr>
          <p:cNvSpPr/>
          <p:nvPr/>
        </p:nvSpPr>
        <p:spPr>
          <a:xfrm>
            <a:off x="585876" y="1659082"/>
            <a:ext cx="5074920" cy="3234148"/>
          </a:xfrm>
          <a:prstGeom prst="roundRect">
            <a:avLst/>
          </a:prstGeom>
          <a:solidFill>
            <a:srgbClr val="111723"/>
          </a:solidFill>
          <a:ln>
            <a:solidFill>
              <a:srgbClr val="0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AEB314-9635-B092-6210-D71479600E9A}"/>
              </a:ext>
            </a:extLst>
          </p:cNvPr>
          <p:cNvSpPr/>
          <p:nvPr/>
        </p:nvSpPr>
        <p:spPr>
          <a:xfrm>
            <a:off x="6465218" y="1659082"/>
            <a:ext cx="2047186" cy="1820127"/>
          </a:xfrm>
          <a:prstGeom prst="roundRect">
            <a:avLst/>
          </a:prstGeom>
          <a:solidFill>
            <a:srgbClr val="111723"/>
          </a:solidFill>
          <a:ln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0ECEE90-6549-02CE-2933-5EBEE1C8DC12}"/>
              </a:ext>
            </a:extLst>
          </p:cNvPr>
          <p:cNvSpPr/>
          <p:nvPr/>
        </p:nvSpPr>
        <p:spPr>
          <a:xfrm>
            <a:off x="2392680" y="5257800"/>
            <a:ext cx="7406640" cy="713232"/>
          </a:xfrm>
          <a:prstGeom prst="roundRect">
            <a:avLst/>
          </a:prstGeom>
          <a:solidFill>
            <a:srgbClr val="111723"/>
          </a:solidFill>
          <a:ln>
            <a:solidFill>
              <a:srgbClr val="9E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5000"/>
              </a:lnSpc>
            </a:pPr>
            <a:r>
              <a:rPr lang="en-US" b="1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“Java-based Adaptive Quiz &amp; Exam Engine — Project Demonstration”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9740C4-5402-A003-7581-7C3533A98046}"/>
              </a:ext>
            </a:extLst>
          </p:cNvPr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 algn="r">
              <a:defRPr sz="900" b="1">
                <a:solidFill>
                  <a:srgbClr val="00DCD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6752C-465D-5464-A5BA-3861BBBA52DC}"/>
              </a:ext>
            </a:extLst>
          </p:cNvPr>
          <p:cNvSpPr txBox="1"/>
          <p:nvPr/>
        </p:nvSpPr>
        <p:spPr>
          <a:xfrm>
            <a:off x="9219413" y="1243584"/>
            <a:ext cx="2535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  <a:ea typeface="Poppins" pitchFamily="34" charset="-122"/>
                <a:cs typeface="Poppins" pitchFamily="34" charset="-120"/>
              </a:rPr>
              <a:t>GITHUB LINK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https://github.com/bandarubhavyasowgandhi-bot/java-projects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D5CD6E-E0BA-D107-FEA3-B8DF1BE9720D}"/>
              </a:ext>
            </a:extLst>
          </p:cNvPr>
          <p:cNvSpPr txBox="1"/>
          <p:nvPr/>
        </p:nvSpPr>
        <p:spPr>
          <a:xfrm>
            <a:off x="9219413" y="2860658"/>
            <a:ext cx="2620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Team Members :</a:t>
            </a:r>
          </a:p>
          <a:p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1.B.Bhavya(2620030582)</a:t>
            </a:r>
          </a:p>
          <a:p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2.G.Harshini(2620080087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261917-57F2-713C-7992-18500F84FE36}"/>
              </a:ext>
            </a:extLst>
          </p:cNvPr>
          <p:cNvSpPr txBox="1"/>
          <p:nvPr/>
        </p:nvSpPr>
        <p:spPr>
          <a:xfrm>
            <a:off x="735291" y="1258239"/>
            <a:ext cx="1546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Geo Tag Photo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F94578-7ADC-BE6D-0904-82C053454CC2}"/>
              </a:ext>
            </a:extLst>
          </p:cNvPr>
          <p:cNvSpPr txBox="1"/>
          <p:nvPr/>
        </p:nvSpPr>
        <p:spPr>
          <a:xfrm>
            <a:off x="6465218" y="1270142"/>
            <a:ext cx="138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Git Hub QR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89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951</Words>
  <Application>Microsoft Office PowerPoint</Application>
  <PresentationFormat>Widescreen</PresentationFormat>
  <Paragraphs>150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bhavya</dc:creator>
  <cp:keywords/>
  <dc:description>generated using python-pptx</dc:description>
  <cp:lastModifiedBy>siriraj419@outlook.com</cp:lastModifiedBy>
  <cp:revision>2</cp:revision>
  <dcterms:created xsi:type="dcterms:W3CDTF">2013-01-27T09:14:16Z</dcterms:created>
  <dcterms:modified xsi:type="dcterms:W3CDTF">2026-10-16T05:47:01Z</dcterms:modified>
  <cp:category/>
</cp:coreProperties>
</file>